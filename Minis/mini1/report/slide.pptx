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2471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222222"/>
                </a:solidFill>
                <a:latin typeface="Arial"/>
              </a:rPr>
              <a:t>Counting 25 million readings: 11 ms.</a:t>
            </a:r>
          </a:p>
          <a:p>
            <a:pPr algn="l"/>
            <a:r>
              <a:rPr sz="4400" b="1">
                <a:solidFill>
                  <a:srgbClr val="222222"/>
                </a:solidFill>
                <a:latin typeface="Arial"/>
              </a:rPr>
              <a:t>Copying them out: 58 ms.</a:t>
            </a:r>
          </a:p>
        </p:txBody>
      </p:sp>
      <p:pic>
        <p:nvPicPr>
          <p:cNvPr id="3" name="Picture 2" descr="slid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400800" cy="3911600"/>
          </a:xfrm>
          <a:prstGeom prst="rect">
            <a:avLst/>
          </a:prstGeom>
        </p:spPr>
      </p:pic>
      <p:pic>
        <p:nvPicPr>
          <p:cNvPr id="4" name="Picture 3" descr="slide_chart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83080"/>
            <a:ext cx="4480560" cy="3650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6583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Arial"/>
              </a:rPr>
              <a:t>Same search, same 25.3 million matches. Only how the answer is returned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585216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Arial"/>
              </a:rPr>
              <a:t>Compared with the baseline: shared vs static library, column vs row layout.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